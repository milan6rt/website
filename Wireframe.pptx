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57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6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3CE7-188D-E6E2-8393-4D4E80DC9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B0DA8-0F63-648E-767F-52419D2EF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1CBF7-5637-01F0-688B-1448A7A4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F00C-AE36-C9CD-1B0E-811441C2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60F02-0069-5C6C-E23C-6E392C8F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1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6EDB-A904-2202-191C-EB36B115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FA4FA-4DEE-9DA8-FAC5-A0F9E3A1C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874A0-B6B4-219A-74DC-E6744E42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7932B-4326-A17D-82C4-1C2F259F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0BEC1-6B11-B7FA-DA87-A8BDCA42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53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CD57-000F-2D75-74EA-FA1B4D25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F5691-CA52-7298-BA0D-D722573DF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B3D81-2632-1EC4-C667-4EF84178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68D79-5AD4-CEBF-4C88-1FFB089DF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C7EBC-ECCC-B34B-4274-F8469B41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A52D-7A1F-9BA9-DF85-1513A4F4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28CA0-B5CE-A2F1-AB24-A91EF583A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AE935-B016-D4FA-46EE-E3AA28390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5FC33-984D-7A02-AF1B-E10343D97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FA974-AF25-AB74-FC98-EB199359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C5657-CE21-D520-CE10-76F4C746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6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0CFF-6BAA-A386-7865-86D5FE70E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85B44-E473-2226-ACA0-B156EA34F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39743-85E3-24A7-2AC2-8D549B00A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0A50C-0902-3D41-959C-1797D24E5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E3962-881D-96EF-7AC3-72FBF3F0A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C46DA-530F-C42D-1B1B-BAFCB02D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379A4-0800-644E-2703-2B3E93E9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51E68-DB88-F01E-9EAF-95B18D33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1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749A-C4DB-0338-5C34-A5E54054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D1D70-6F89-37BA-0364-F3BCA7FA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A4BB6-1FDE-FA14-70F5-D8DA0AE3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E3705-DB30-2CD7-594C-A13D1434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9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F4D29-F51E-BBA5-1784-226179C4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8F97B7-CDC0-0FE9-1C4C-87E10E54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31EE2-6CCC-23AC-ABE8-4E1BE44E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1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1581-BD36-A412-DE38-725A43D6E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40229-3619-4888-0CB1-00967503A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02F1C-B195-518E-848D-C7B76D403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0C606-B478-2311-C98B-11DF8D38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2FF3D-563D-4B15-F554-986660C6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3B041-B9C6-9312-1512-31E3D8D3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6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58A1-D3A4-1D3A-4C52-A82255A8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00776-AEB0-BB39-A658-C8B135AD8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18364-FB3D-1937-972B-63CB849C6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394B2-8AA6-6BCE-1FB3-8BFE009E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D792E-9391-6999-457F-CBBEF67F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88FEF-E265-F630-53D8-7D208C61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3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5EAC-6FAA-D099-AB41-DD015C30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A0D64-2F82-1418-4F1B-5F6EA116F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0F7A5-05DD-E5AA-B5D5-057E0D01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4CDE3-7C64-7E4F-7BF8-89D7B225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1C4B1-7072-8B1F-87DE-14A38775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7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57BC0-C5EE-C480-0581-E59F030D8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C4F8A-2221-133D-0A45-565AEFE37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BBB-7499-003D-9BF4-82E5E750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29E6C-6E7A-16C8-D885-AA662327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48B54-DD25-5D31-BBB0-F20B7A98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9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5143CB-37C7-B9A5-FC1D-D3BD783C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BEE0B-8EB9-8C6D-907A-2A4A1230B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8E385-C4D5-2BB1-2F06-3E48B8B72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32075-5091-422E-B7C8-8F4B13A976E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E5499-C84D-BE3C-B63C-3F68807B3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02C3F-BB9C-E7E1-5F4B-E5EFF8D0D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3C8F9-AC41-47CE-9AEA-95FE99CDF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6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8453C3-D787-8489-1D3F-871E70FF7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0"/>
            <a:ext cx="11191875" cy="189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0EBA59-3FAA-6E6C-12D2-7CBBAA4CE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" y="189855"/>
            <a:ext cx="11191875" cy="7234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7D57DB-7F55-28E2-C2BD-229B38964233}"/>
              </a:ext>
            </a:extLst>
          </p:cNvPr>
          <p:cNvSpPr txBox="1"/>
          <p:nvPr/>
        </p:nvSpPr>
        <p:spPr>
          <a:xfrm>
            <a:off x="123824" y="1414462"/>
            <a:ext cx="1514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Need scroller like this-like in https://www.nisarabeauty.com/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800CEAB-AD5F-C524-9715-081C879BD198}"/>
              </a:ext>
            </a:extLst>
          </p:cNvPr>
          <p:cNvCxnSpPr/>
          <p:nvPr/>
        </p:nvCxnSpPr>
        <p:spPr>
          <a:xfrm rot="5400000" flipH="1" flipV="1">
            <a:off x="80640" y="452115"/>
            <a:ext cx="1134120" cy="6096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7F15F7-4761-F81A-ABF8-900D27ABD1F0}"/>
              </a:ext>
            </a:extLst>
          </p:cNvPr>
          <p:cNvSpPr txBox="1"/>
          <p:nvPr/>
        </p:nvSpPr>
        <p:spPr>
          <a:xfrm>
            <a:off x="4143375" y="1409699"/>
            <a:ext cx="163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Need menu like how in https://bellavitaluxury.co.in/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D91C87FF-F23A-A154-0B5A-4C3261D75B6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68367" y="913049"/>
            <a:ext cx="805185" cy="49291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6F1737F-7AAB-D01B-674D-38D626C37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" y="2805636"/>
            <a:ext cx="11191875" cy="38791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1D1136-FDA7-D250-B10A-E482E2B5FD25}"/>
              </a:ext>
            </a:extLst>
          </p:cNvPr>
          <p:cNvSpPr txBox="1"/>
          <p:nvPr/>
        </p:nvSpPr>
        <p:spPr>
          <a:xfrm>
            <a:off x="7162800" y="1562101"/>
            <a:ext cx="1866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Menu should change color based on the product banner and should be white with black text when hovered-like above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141B009C-4FB1-97CA-2008-B48853E7CEA6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 flipV="1">
            <a:off x="6781800" y="2162266"/>
            <a:ext cx="381000" cy="94288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E6EDBDF-A6AB-3CE7-BB98-338490F357D8}"/>
              </a:ext>
            </a:extLst>
          </p:cNvPr>
          <p:cNvSpPr/>
          <p:nvPr/>
        </p:nvSpPr>
        <p:spPr>
          <a:xfrm>
            <a:off x="566736" y="1119065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2C2CC5-7E4B-BB1B-2F51-FB7EB646051C}"/>
              </a:ext>
            </a:extLst>
          </p:cNvPr>
          <p:cNvSpPr/>
          <p:nvPr/>
        </p:nvSpPr>
        <p:spPr>
          <a:xfrm>
            <a:off x="4681538" y="1080547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EC10062-06E7-A44C-06FF-182AC27B592E}"/>
              </a:ext>
            </a:extLst>
          </p:cNvPr>
          <p:cNvSpPr/>
          <p:nvPr/>
        </p:nvSpPr>
        <p:spPr>
          <a:xfrm>
            <a:off x="7675959" y="1252536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18BA1D-8BA6-EA25-D72B-1618CEC78EA6}"/>
              </a:ext>
            </a:extLst>
          </p:cNvPr>
          <p:cNvSpPr/>
          <p:nvPr/>
        </p:nvSpPr>
        <p:spPr>
          <a:xfrm>
            <a:off x="10175081" y="1556688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093ADDCF-0742-D865-3473-F258689AC716}"/>
              </a:ext>
            </a:extLst>
          </p:cNvPr>
          <p:cNvCxnSpPr>
            <a:cxnSpLocks/>
          </p:cNvCxnSpPr>
          <p:nvPr/>
        </p:nvCxnSpPr>
        <p:spPr>
          <a:xfrm rot="5400000">
            <a:off x="9309213" y="2721868"/>
            <a:ext cx="1925809" cy="6941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4996B12-BD76-417E-F2A9-0C270BA932CC}"/>
              </a:ext>
            </a:extLst>
          </p:cNvPr>
          <p:cNvSpPr txBox="1"/>
          <p:nvPr/>
        </p:nvSpPr>
        <p:spPr>
          <a:xfrm>
            <a:off x="10603705" y="1464355"/>
            <a:ext cx="1535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These images should be my image-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Product_1.png, Product_2.png and Product_3.png</a:t>
            </a:r>
          </a:p>
        </p:txBody>
      </p:sp>
    </p:spTree>
    <p:extLst>
      <p:ext uri="{BB962C8B-B14F-4D97-AF65-F5344CB8AC3E}">
        <p14:creationId xmlns:p14="http://schemas.microsoft.com/office/powerpoint/2010/main" val="1054951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2CF202-9A3A-046C-BED7-921932AC4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780"/>
            <a:ext cx="12192000" cy="647844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E4FCA8D-1DC3-E85F-746B-B487F1A256AA}"/>
              </a:ext>
            </a:extLst>
          </p:cNvPr>
          <p:cNvSpPr/>
          <p:nvPr/>
        </p:nvSpPr>
        <p:spPr>
          <a:xfrm>
            <a:off x="8441531" y="282113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38975B9A-C31F-EA14-94CD-47C5C63C466D}"/>
              </a:ext>
            </a:extLst>
          </p:cNvPr>
          <p:cNvCxnSpPr>
            <a:cxnSpLocks/>
          </p:cNvCxnSpPr>
          <p:nvPr/>
        </p:nvCxnSpPr>
        <p:spPr>
          <a:xfrm rot="10800000">
            <a:off x="7810501" y="596439"/>
            <a:ext cx="1075135" cy="23501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0A510E-B2DA-B20B-4F9C-25A3E80D4CEA}"/>
              </a:ext>
            </a:extLst>
          </p:cNvPr>
          <p:cNvSpPr txBox="1"/>
          <p:nvPr/>
        </p:nvSpPr>
        <p:spPr>
          <a:xfrm>
            <a:off x="8870155" y="189780"/>
            <a:ext cx="1535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Should see this section with below images</a:t>
            </a:r>
          </a:p>
        </p:txBody>
      </p:sp>
    </p:spTree>
    <p:extLst>
      <p:ext uri="{BB962C8B-B14F-4D97-AF65-F5344CB8AC3E}">
        <p14:creationId xmlns:p14="http://schemas.microsoft.com/office/powerpoint/2010/main" val="305057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5FE40-88F7-EB13-1D0F-BA804FD8E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6" y="0"/>
            <a:ext cx="11801707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3FEBDED-9741-647F-0B23-50D9912AF644}"/>
              </a:ext>
            </a:extLst>
          </p:cNvPr>
          <p:cNvSpPr/>
          <p:nvPr/>
        </p:nvSpPr>
        <p:spPr>
          <a:xfrm>
            <a:off x="1878806" y="1470963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D7510431-00DA-CB02-CC56-1E0012CBCB29}"/>
              </a:ext>
            </a:extLst>
          </p:cNvPr>
          <p:cNvCxnSpPr>
            <a:cxnSpLocks/>
          </p:cNvCxnSpPr>
          <p:nvPr/>
        </p:nvCxnSpPr>
        <p:spPr>
          <a:xfrm>
            <a:off x="2322910" y="2020305"/>
            <a:ext cx="1607021" cy="10086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592AD4-DD9A-3809-9181-1149FA6C4F08}"/>
              </a:ext>
            </a:extLst>
          </p:cNvPr>
          <p:cNvSpPr txBox="1"/>
          <p:nvPr/>
        </p:nvSpPr>
        <p:spPr>
          <a:xfrm>
            <a:off x="2307430" y="1378630"/>
            <a:ext cx="1535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Should see this option but this has to be animated</a:t>
            </a:r>
          </a:p>
        </p:txBody>
      </p:sp>
    </p:spTree>
    <p:extLst>
      <p:ext uri="{BB962C8B-B14F-4D97-AF65-F5344CB8AC3E}">
        <p14:creationId xmlns:p14="http://schemas.microsoft.com/office/powerpoint/2010/main" val="31209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40C92-594E-2736-8807-E09B62DEB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442495"/>
            <a:ext cx="10259857" cy="597300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A038899-682C-F7F2-CDE6-DEF709E0C0B2}"/>
              </a:ext>
            </a:extLst>
          </p:cNvPr>
          <p:cNvSpPr/>
          <p:nvPr/>
        </p:nvSpPr>
        <p:spPr>
          <a:xfrm>
            <a:off x="1878806" y="1470963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E914A6E2-8EB7-2F32-9FF6-BA76CC1352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43045" y="2100169"/>
            <a:ext cx="837195" cy="6774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B2B998-EA80-E77C-A402-3A0143587031}"/>
              </a:ext>
            </a:extLst>
          </p:cNvPr>
          <p:cNvSpPr txBox="1"/>
          <p:nvPr/>
        </p:nvSpPr>
        <p:spPr>
          <a:xfrm>
            <a:off x="2307430" y="1378630"/>
            <a:ext cx="1535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Should see this section above </a:t>
            </a:r>
            <a:r>
              <a:rPr lang="en-US" sz="1200" dirty="0" err="1">
                <a:solidFill>
                  <a:srgbClr val="FF0000"/>
                </a:solidFill>
              </a:rPr>
              <a:t>fotter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8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413DBB-32ED-983C-1DC4-A8596043B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205" y="3857469"/>
            <a:ext cx="7449590" cy="222916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7C7D51F-5B36-69B0-DE77-420B4A2FCBD9}"/>
              </a:ext>
            </a:extLst>
          </p:cNvPr>
          <p:cNvSpPr/>
          <p:nvPr/>
        </p:nvSpPr>
        <p:spPr>
          <a:xfrm>
            <a:off x="6850856" y="1994838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A7C48010-43CD-65E4-8EA7-B390C628F522}"/>
              </a:ext>
            </a:extLst>
          </p:cNvPr>
          <p:cNvCxnSpPr>
            <a:cxnSpLocks/>
          </p:cNvCxnSpPr>
          <p:nvPr/>
        </p:nvCxnSpPr>
        <p:spPr>
          <a:xfrm rot="5400000">
            <a:off x="5984988" y="3160018"/>
            <a:ext cx="1925809" cy="6941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37FB5CD-BC08-FFCE-E6D9-483E4B8B73D4}"/>
              </a:ext>
            </a:extLst>
          </p:cNvPr>
          <p:cNvSpPr txBox="1"/>
          <p:nvPr/>
        </p:nvSpPr>
        <p:spPr>
          <a:xfrm>
            <a:off x="7279480" y="1902505"/>
            <a:ext cx="1535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Should see this option when I login to the website</a:t>
            </a:r>
          </a:p>
        </p:txBody>
      </p:sp>
    </p:spTree>
    <p:extLst>
      <p:ext uri="{BB962C8B-B14F-4D97-AF65-F5344CB8AC3E}">
        <p14:creationId xmlns:p14="http://schemas.microsoft.com/office/powerpoint/2010/main" val="370955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A8166A-71BC-37C6-7234-B971D0F78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" y="1661866"/>
            <a:ext cx="12117491" cy="353426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2BE5973-5064-D2F5-E522-3DE2D27FC084}"/>
              </a:ext>
            </a:extLst>
          </p:cNvPr>
          <p:cNvSpPr/>
          <p:nvPr/>
        </p:nvSpPr>
        <p:spPr>
          <a:xfrm>
            <a:off x="1878806" y="1470963"/>
            <a:ext cx="314325" cy="314325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6E2E1ACF-EF78-3D5A-5B56-B0617A30C0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43045" y="2100169"/>
            <a:ext cx="837195" cy="6774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72A68C0-0465-37EA-7F1A-4B2E6668022B}"/>
              </a:ext>
            </a:extLst>
          </p:cNvPr>
          <p:cNvSpPr txBox="1"/>
          <p:nvPr/>
        </p:nvSpPr>
        <p:spPr>
          <a:xfrm>
            <a:off x="2307430" y="1378630"/>
            <a:ext cx="1535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Want this section</a:t>
            </a:r>
          </a:p>
        </p:txBody>
      </p:sp>
    </p:spTree>
    <p:extLst>
      <p:ext uri="{BB962C8B-B14F-4D97-AF65-F5344CB8AC3E}">
        <p14:creationId xmlns:p14="http://schemas.microsoft.com/office/powerpoint/2010/main" val="1694877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5D9316-A4F6-54A7-9F3D-6A84C7099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5379"/>
            <a:ext cx="12192000" cy="414724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5F52E68-0647-13D8-B9C1-9BE0FB413D02}"/>
              </a:ext>
            </a:extLst>
          </p:cNvPr>
          <p:cNvSpPr/>
          <p:nvPr/>
        </p:nvSpPr>
        <p:spPr>
          <a:xfrm>
            <a:off x="1878806" y="966138"/>
            <a:ext cx="444104" cy="444104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10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B1350D55-2EDE-120B-B6DA-F39F9BB814F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43045" y="1595344"/>
            <a:ext cx="837195" cy="6774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A80A535-639F-4328-32BC-9E4C484689AC}"/>
              </a:ext>
            </a:extLst>
          </p:cNvPr>
          <p:cNvSpPr txBox="1"/>
          <p:nvPr/>
        </p:nvSpPr>
        <p:spPr>
          <a:xfrm>
            <a:off x="2307430" y="873805"/>
            <a:ext cx="2483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Want this testimonials section which should be dynamic and scrolling</a:t>
            </a:r>
          </a:p>
        </p:txBody>
      </p:sp>
    </p:spTree>
    <p:extLst>
      <p:ext uri="{BB962C8B-B14F-4D97-AF65-F5344CB8AC3E}">
        <p14:creationId xmlns:p14="http://schemas.microsoft.com/office/powerpoint/2010/main" val="388379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F79D73-79C4-BDB9-FCF0-95A2B4E1B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1666"/>
            <a:ext cx="12192000" cy="453771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CB503EF-4995-359F-2145-DB928B5FDB52}"/>
              </a:ext>
            </a:extLst>
          </p:cNvPr>
          <p:cNvSpPr/>
          <p:nvPr/>
        </p:nvSpPr>
        <p:spPr>
          <a:xfrm>
            <a:off x="1878806" y="966138"/>
            <a:ext cx="444104" cy="444104"/>
          </a:xfrm>
          <a:prstGeom prst="ellips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11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1085BCC1-08FA-1EC5-E624-850C39A77AC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43045" y="1595344"/>
            <a:ext cx="837195" cy="6774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3A7F89-C5B6-53CD-2940-6FB835461986}"/>
              </a:ext>
            </a:extLst>
          </p:cNvPr>
          <p:cNvSpPr txBox="1"/>
          <p:nvPr/>
        </p:nvSpPr>
        <p:spPr>
          <a:xfrm>
            <a:off x="2307430" y="873805"/>
            <a:ext cx="2483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And finally, footer</a:t>
            </a:r>
          </a:p>
        </p:txBody>
      </p:sp>
    </p:spTree>
    <p:extLst>
      <p:ext uri="{BB962C8B-B14F-4D97-AF65-F5344CB8AC3E}">
        <p14:creationId xmlns:p14="http://schemas.microsoft.com/office/powerpoint/2010/main" val="1437343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129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Shiksharthi</dc:creator>
  <cp:lastModifiedBy>Milan Shiksharthi</cp:lastModifiedBy>
  <cp:revision>8</cp:revision>
  <dcterms:created xsi:type="dcterms:W3CDTF">2025-04-25T04:01:08Z</dcterms:created>
  <dcterms:modified xsi:type="dcterms:W3CDTF">2025-04-25T04:29:00Z</dcterms:modified>
</cp:coreProperties>
</file>